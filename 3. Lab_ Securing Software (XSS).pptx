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01e21bb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01e21bb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centennialcyber/basic-xs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Lab: Securing Software (XSS)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572700"/>
            <a:ext cx="85206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Objective (question)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How do unvalidated inputs create vulnerabilities, and how do we stop them?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Steps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Go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https://github.com/centennialcyber/basic-xss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Click green Code button and download zip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Open Downloads and extract zip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Open vulnerable.html and hardened.html in Firefox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Paste the code snippets shown on the page and observe the </a:t>
            </a:r>
            <a:r>
              <a:rPr lang="en">
                <a:solidFill>
                  <a:schemeClr val="dk1"/>
                </a:solidFill>
              </a:rPr>
              <a:t>results</a:t>
            </a:r>
            <a:r>
              <a:rPr lang="en">
                <a:solidFill>
                  <a:schemeClr val="dk1"/>
                </a:solidFill>
              </a:rPr>
              <a:t> in each version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Key takeaways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Never trust client input — validate server‑side (whitelist).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Escape output for the correct context (HTML, JS, URL, CSS).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Use Content‑Security‑Policy as defense‑in‑depth (blocks unauthorized script sources).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Keep all demos local and emphasize ethical use.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